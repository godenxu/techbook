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notesMasterIdLst>
    <p:notesMasterId r:id="rId9"/>
  </p:notesMasterIdLst>
  <p:handoutMasterIdLst>
    <p:handoutMasterId r:id="rId10"/>
  </p:handoutMasterIdLst>
  <p:sldIdLst>
    <p:sldId id="268" r:id="rId2"/>
    <p:sldId id="276" r:id="rId3"/>
    <p:sldId id="288" r:id="rId4"/>
    <p:sldId id="290" r:id="rId5"/>
    <p:sldId id="274" r:id="rId6"/>
    <p:sldId id="277" r:id="rId7"/>
    <p:sldId id="291" r:id="rId8"/>
  </p:sldIdLst>
  <p:sldSz cx="12192000" cy="6858000"/>
  <p:notesSz cx="6797675" cy="9874250"/>
  <p:defaultTextStyle>
    <a:defPPr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77D"/>
    <a:srgbClr val="E60000"/>
    <a:srgbClr val="414141"/>
    <a:srgbClr val="0A1950"/>
    <a:srgbClr val="0F6EF0"/>
    <a:srgbClr val="F05A22"/>
    <a:srgbClr val="6E6464"/>
    <a:srgbClr val="BEB4B4"/>
    <a:srgbClr val="AA051E"/>
    <a:srgbClr val="C8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43"/>
    <p:restoredTop sz="90822" autoAdjust="0"/>
  </p:normalViewPr>
  <p:slideViewPr>
    <p:cSldViewPr snapToGrid="0" snapToObjects="1">
      <p:cViewPr varScale="1">
        <p:scale>
          <a:sx n="159" d="100"/>
          <a:sy n="159" d="100"/>
        </p:scale>
        <p:origin x="2340" y="1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-2472" y="-11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&#24037;&#20316;&#31807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工作表1!$A$3</c:f>
              <c:strCache>
                <c:ptCount val="1"/>
                <c:pt idx="0">
                  <c:v>指标A</c:v>
                </c:pt>
              </c:strCache>
            </c:strRef>
          </c:tx>
          <c:spPr>
            <a:solidFill>
              <a:srgbClr val="06397F"/>
            </a:solidFill>
          </c:spPr>
          <c:invertIfNegative val="0"/>
          <c:cat>
            <c:numRef>
              <c:f>工作表1!$B$2:$E$2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工作表1!$B$3:$E$3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E7-46E8-86A0-0E9B5D00E550}"/>
            </c:ext>
          </c:extLst>
        </c:ser>
        <c:ser>
          <c:idx val="1"/>
          <c:order val="1"/>
          <c:tx>
            <c:strRef>
              <c:f>工作表1!$A$4</c:f>
              <c:strCache>
                <c:ptCount val="1"/>
                <c:pt idx="0">
                  <c:v>指标B</c:v>
                </c:pt>
              </c:strCache>
            </c:strRef>
          </c:tx>
          <c:spPr>
            <a:solidFill>
              <a:srgbClr val="E60000"/>
            </a:solidFill>
          </c:spPr>
          <c:invertIfNegative val="0"/>
          <c:cat>
            <c:numRef>
              <c:f>工作表1!$B$2:$E$2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工作表1!$B$4:$E$4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35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E7-46E8-86A0-0E9B5D00E550}"/>
            </c:ext>
          </c:extLst>
        </c:ser>
        <c:ser>
          <c:idx val="2"/>
          <c:order val="2"/>
          <c:tx>
            <c:strRef>
              <c:f>工作表1!$A$5</c:f>
              <c:strCache>
                <c:ptCount val="1"/>
                <c:pt idx="0">
                  <c:v>指标C</c:v>
                </c:pt>
              </c:strCache>
            </c:strRef>
          </c:tx>
          <c:spPr>
            <a:solidFill>
              <a:srgbClr val="6E6464">
                <a:alpha val="90000"/>
              </a:srgbClr>
            </a:solidFill>
          </c:spPr>
          <c:invertIfNegative val="0"/>
          <c:cat>
            <c:numRef>
              <c:f>工作表1!$B$2:$E$2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工作表1!$B$5:$E$5</c:f>
              <c:numCache>
                <c:formatCode>General</c:formatCode>
                <c:ptCount val="4"/>
                <c:pt idx="0">
                  <c:v>55</c:v>
                </c:pt>
                <c:pt idx="1">
                  <c:v>34</c:v>
                </c:pt>
                <c:pt idx="2">
                  <c:v>45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E7-46E8-86A0-0E9B5D00E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9190272"/>
        <c:axId val="99191808"/>
      </c:barChart>
      <c:catAx>
        <c:axId val="99190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99191808"/>
        <c:crosses val="autoZero"/>
        <c:auto val="1"/>
        <c:lblAlgn val="ctr"/>
        <c:lblOffset val="100"/>
        <c:noMultiLvlLbl val="0"/>
      </c:catAx>
      <c:valAx>
        <c:axId val="9919180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99190272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>
              <a:ea typeface="微软雅黑"/>
            </a:defRPr>
          </a:pPr>
          <a:endParaRPr lang="zh-CN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404040"/>
              </a:solidFill>
            </c:spPr>
            <c:extLst>
              <c:ext xmlns:c16="http://schemas.microsoft.com/office/drawing/2014/chart" uri="{C3380CC4-5D6E-409C-BE32-E72D297353CC}">
                <c16:uniqueId val="{00000001-1C10-4DF4-BB8A-3CA1C7E5CEE7}"/>
              </c:ext>
            </c:extLst>
          </c:dPt>
          <c:dPt>
            <c:idx val="1"/>
            <c:bubble3D val="0"/>
            <c:spPr>
              <a:solidFill>
                <a:srgbClr val="6E6464"/>
              </a:solidFill>
            </c:spPr>
            <c:extLst>
              <c:ext xmlns:c16="http://schemas.microsoft.com/office/drawing/2014/chart" uri="{C3380CC4-5D6E-409C-BE32-E72D297353CC}">
                <c16:uniqueId val="{00000003-1C10-4DF4-BB8A-3CA1C7E5CEE7}"/>
              </c:ext>
            </c:extLst>
          </c:dPt>
          <c:dPt>
            <c:idx val="2"/>
            <c:bubble3D val="0"/>
            <c:spPr>
              <a:solidFill>
                <a:srgbClr val="E60000"/>
              </a:solidFill>
            </c:spPr>
            <c:extLst>
              <c:ext xmlns:c16="http://schemas.microsoft.com/office/drawing/2014/chart" uri="{C3380CC4-5D6E-409C-BE32-E72D297353CC}">
                <c16:uniqueId val="{00000005-1C10-4DF4-BB8A-3CA1C7E5CEE7}"/>
              </c:ext>
            </c:extLst>
          </c:dPt>
          <c:dPt>
            <c:idx val="3"/>
            <c:bubble3D val="0"/>
            <c:spPr>
              <a:solidFill>
                <a:srgbClr val="06397F"/>
              </a:solidFill>
            </c:spPr>
            <c:extLst>
              <c:ext xmlns:c16="http://schemas.microsoft.com/office/drawing/2014/chart" uri="{C3380CC4-5D6E-409C-BE32-E72D297353CC}">
                <c16:uniqueId val="{00000007-1C10-4DF4-BB8A-3CA1C7E5CEE7}"/>
              </c:ext>
            </c:extLst>
          </c:dPt>
          <c:dPt>
            <c:idx val="4"/>
            <c:bubble3D val="0"/>
            <c:spPr>
              <a:solidFill>
                <a:srgbClr val="BEB4B4"/>
              </a:solidFill>
            </c:spPr>
            <c:extLst>
              <c:ext xmlns:c16="http://schemas.microsoft.com/office/drawing/2014/chart" uri="{C3380CC4-5D6E-409C-BE32-E72D297353CC}">
                <c16:uniqueId val="{00000009-1C10-4DF4-BB8A-3CA1C7E5CEE7}"/>
              </c:ext>
            </c:extLst>
          </c:dPt>
          <c:cat>
            <c:strRef>
              <c:f>工作表1!$B$18:$F$18</c:f>
              <c:strCache>
                <c:ptCount val="5"/>
                <c:pt idx="0">
                  <c:v>项目A</c:v>
                </c:pt>
                <c:pt idx="1">
                  <c:v>项目B</c:v>
                </c:pt>
                <c:pt idx="2">
                  <c:v>项目C</c:v>
                </c:pt>
                <c:pt idx="3">
                  <c:v>项目D</c:v>
                </c:pt>
                <c:pt idx="4">
                  <c:v>项目E</c:v>
                </c:pt>
              </c:strCache>
            </c:strRef>
          </c:cat>
          <c:val>
            <c:numRef>
              <c:f>工作表1!$B$19:$F$19</c:f>
              <c:numCache>
                <c:formatCode>0%</c:formatCode>
                <c:ptCount val="5"/>
                <c:pt idx="0">
                  <c:v>0.1</c:v>
                </c:pt>
                <c:pt idx="1">
                  <c:v>0.15</c:v>
                </c:pt>
                <c:pt idx="2">
                  <c:v>0.2</c:v>
                </c:pt>
                <c:pt idx="3">
                  <c:v>0.4</c:v>
                </c:pt>
                <c:pt idx="4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C10-4DF4-BB8A-3CA1C7E5CE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7"/>
      </c:pieChart>
    </c:plotArea>
    <c:legend>
      <c:legendPos val="r"/>
      <c:layout>
        <c:manualLayout>
          <c:xMode val="edge"/>
          <c:yMode val="edge"/>
          <c:x val="0.75795341207349098"/>
          <c:y val="0.239780912802566"/>
          <c:w val="0.20496543941317499"/>
          <c:h val="0.46488225430154601"/>
        </c:manualLayout>
      </c:layout>
      <c:overlay val="0"/>
      <c:txPr>
        <a:bodyPr/>
        <a:lstStyle/>
        <a:p>
          <a:pPr>
            <a:defRPr>
              <a:ea typeface="微软雅黑"/>
            </a:defRPr>
          </a:pPr>
          <a:endParaRPr lang="zh-CN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工作表1!$A$3</c:f>
              <c:strCache>
                <c:ptCount val="1"/>
                <c:pt idx="0">
                  <c:v>指标A</c:v>
                </c:pt>
              </c:strCache>
            </c:strRef>
          </c:tx>
          <c:spPr>
            <a:solidFill>
              <a:srgbClr val="05377D"/>
            </a:solidFill>
          </c:spPr>
          <c:invertIfNegative val="0"/>
          <c:cat>
            <c:numRef>
              <c:f>工作表1!$B$2:$E$2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工作表1!$B$3:$E$3</c:f>
              <c:numCache>
                <c:formatCode>General</c:formatCode>
                <c:ptCount val="4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0-480E-AB02-1A76C8CE65A6}"/>
            </c:ext>
          </c:extLst>
        </c:ser>
        <c:ser>
          <c:idx val="1"/>
          <c:order val="1"/>
          <c:tx>
            <c:strRef>
              <c:f>工作表1!$A$4</c:f>
              <c:strCache>
                <c:ptCount val="1"/>
                <c:pt idx="0">
                  <c:v>指标B</c:v>
                </c:pt>
              </c:strCache>
            </c:strRef>
          </c:tx>
          <c:spPr>
            <a:solidFill>
              <a:srgbClr val="0F6EF0"/>
            </a:solidFill>
          </c:spPr>
          <c:invertIfNegative val="0"/>
          <c:cat>
            <c:numRef>
              <c:f>工作表1!$B$2:$E$2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工作表1!$B$4:$E$4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35</c:v>
                </c:pt>
                <c:pt idx="3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70-480E-AB02-1A76C8CE65A6}"/>
            </c:ext>
          </c:extLst>
        </c:ser>
        <c:ser>
          <c:idx val="2"/>
          <c:order val="2"/>
          <c:tx>
            <c:strRef>
              <c:f>工作表1!$A$5</c:f>
              <c:strCache>
                <c:ptCount val="1"/>
                <c:pt idx="0">
                  <c:v>指标C</c:v>
                </c:pt>
              </c:strCache>
            </c:strRef>
          </c:tx>
          <c:spPr>
            <a:solidFill>
              <a:srgbClr val="78AAF5">
                <a:alpha val="89804"/>
              </a:srgbClr>
            </a:solidFill>
          </c:spPr>
          <c:invertIfNegative val="0"/>
          <c:cat>
            <c:numRef>
              <c:f>工作表1!$B$2:$E$2</c:f>
              <c:numCache>
                <c:formatCode>General</c:formatCode>
                <c:ptCount val="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</c:numCache>
            </c:numRef>
          </c:cat>
          <c:val>
            <c:numRef>
              <c:f>工作表1!$B$5:$E$5</c:f>
              <c:numCache>
                <c:formatCode>General</c:formatCode>
                <c:ptCount val="4"/>
                <c:pt idx="0">
                  <c:v>55</c:v>
                </c:pt>
                <c:pt idx="1">
                  <c:v>34</c:v>
                </c:pt>
                <c:pt idx="2">
                  <c:v>45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70-480E-AB02-1A76C8CE65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1811712"/>
        <c:axId val="121813248"/>
      </c:barChart>
      <c:catAx>
        <c:axId val="121811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1813248"/>
        <c:crosses val="autoZero"/>
        <c:auto val="1"/>
        <c:lblAlgn val="ctr"/>
        <c:lblOffset val="100"/>
        <c:noMultiLvlLbl val="0"/>
      </c:catAx>
      <c:valAx>
        <c:axId val="12181324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121811712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>
              <a:ea typeface="微软雅黑"/>
            </a:defRPr>
          </a:pPr>
          <a:endParaRPr lang="zh-CN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pieChart>
        <c:varyColors val="1"/>
        <c:ser>
          <c:idx val="0"/>
          <c:order val="0"/>
          <c:spPr>
            <a:solidFill>
              <a:srgbClr val="05377D"/>
            </a:solidFill>
          </c:spPr>
          <c:dPt>
            <c:idx val="0"/>
            <c:bubble3D val="0"/>
            <c:spPr>
              <a:solidFill>
                <a:srgbClr val="78AAF5"/>
              </a:solidFill>
            </c:spPr>
            <c:extLst>
              <c:ext xmlns:c16="http://schemas.microsoft.com/office/drawing/2014/chart" uri="{C3380CC4-5D6E-409C-BE32-E72D297353CC}">
                <c16:uniqueId val="{00000001-B2D6-415E-AFAF-986B8845FC64}"/>
              </c:ext>
            </c:extLst>
          </c:dPt>
          <c:dPt>
            <c:idx val="1"/>
            <c:bubble3D val="0"/>
            <c:spPr>
              <a:solidFill>
                <a:srgbClr val="0F6EF0"/>
              </a:solidFill>
            </c:spPr>
            <c:extLst>
              <c:ext xmlns:c16="http://schemas.microsoft.com/office/drawing/2014/chart" uri="{C3380CC4-5D6E-409C-BE32-E72D297353CC}">
                <c16:uniqueId val="{00000003-B2D6-415E-AFAF-986B8845FC64}"/>
              </c:ext>
            </c:extLst>
          </c:dPt>
          <c:dPt>
            <c:idx val="2"/>
            <c:bubble3D val="0"/>
            <c:spPr>
              <a:solidFill>
                <a:srgbClr val="0850B4"/>
              </a:solidFill>
            </c:spPr>
            <c:extLst>
              <c:ext xmlns:c16="http://schemas.microsoft.com/office/drawing/2014/chart" uri="{C3380CC4-5D6E-409C-BE32-E72D297353CC}">
                <c16:uniqueId val="{00000005-B2D6-415E-AFAF-986B8845FC64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6-B2D6-415E-AFAF-986B8845FC64}"/>
              </c:ext>
            </c:extLst>
          </c:dPt>
          <c:dPt>
            <c:idx val="4"/>
            <c:bubble3D val="0"/>
            <c:spPr>
              <a:solidFill>
                <a:srgbClr val="C8DCFA"/>
              </a:solidFill>
            </c:spPr>
            <c:extLst>
              <c:ext xmlns:c16="http://schemas.microsoft.com/office/drawing/2014/chart" uri="{C3380CC4-5D6E-409C-BE32-E72D297353CC}">
                <c16:uniqueId val="{00000008-B2D6-415E-AFAF-986B8845FC64}"/>
              </c:ext>
            </c:extLst>
          </c:dPt>
          <c:cat>
            <c:strRef>
              <c:f>工作表1!$B$18:$F$18</c:f>
              <c:strCache>
                <c:ptCount val="5"/>
                <c:pt idx="0">
                  <c:v>项目A</c:v>
                </c:pt>
                <c:pt idx="1">
                  <c:v>项目B</c:v>
                </c:pt>
                <c:pt idx="2">
                  <c:v>项目C</c:v>
                </c:pt>
                <c:pt idx="3">
                  <c:v>项目D</c:v>
                </c:pt>
                <c:pt idx="4">
                  <c:v>项目E</c:v>
                </c:pt>
              </c:strCache>
            </c:strRef>
          </c:cat>
          <c:val>
            <c:numRef>
              <c:f>工作表1!$B$19:$F$19</c:f>
              <c:numCache>
                <c:formatCode>0%</c:formatCode>
                <c:ptCount val="5"/>
                <c:pt idx="0">
                  <c:v>0.1</c:v>
                </c:pt>
                <c:pt idx="1">
                  <c:v>0.15</c:v>
                </c:pt>
                <c:pt idx="2">
                  <c:v>0.2</c:v>
                </c:pt>
                <c:pt idx="3">
                  <c:v>0.4</c:v>
                </c:pt>
                <c:pt idx="4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2D6-415E-AFAF-986B8845F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7"/>
      </c:pieChart>
    </c:plotArea>
    <c:legend>
      <c:legendPos val="r"/>
      <c:layout>
        <c:manualLayout>
          <c:xMode val="edge"/>
          <c:yMode val="edge"/>
          <c:x val="0.75795341207349098"/>
          <c:y val="0.239780912802566"/>
          <c:w val="0.20496543941317499"/>
          <c:h val="0.46488225430154601"/>
        </c:manualLayout>
      </c:layout>
      <c:overlay val="0"/>
      <c:txPr>
        <a:bodyPr/>
        <a:lstStyle/>
        <a:p>
          <a:pPr>
            <a:defRPr>
              <a:ea typeface="微软雅黑"/>
            </a:defRPr>
          </a:pPr>
          <a:endParaRPr lang="zh-CN"/>
        </a:p>
      </c:txPr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DD206-2CEE-7A48-8986-7CB1B3D61DC8}" type="datetimeFigureOut">
              <a:rPr kumimoji="1" lang="zh-CN" altLang="en-US" smtClean="0"/>
              <a:t>2026/6/22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767BE-ACFC-BE45-AB90-F0D153D14B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41239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6EC14-67A4-CE4F-824E-260CC5583C42}" type="datetimeFigureOut">
              <a:rPr kumimoji="1" lang="zh-CN" altLang="en-US" smtClean="0"/>
              <a:t>2026/6/22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8471F-2E82-9D43-8F51-EC51DE8AD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7830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09538" y="741363"/>
            <a:ext cx="6578600" cy="37020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8EE16D-F41D-E943-9933-DF82984130F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306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圖片版面配置區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a typeface="宋体"/>
              </a:defRPr>
            </a:lvl1pPr>
          </a:lstStyle>
          <a:p>
            <a:pPr lvl="0"/>
            <a:r>
              <a:rPr lang="zh-TW" altLang="en-US" noProof="0"/>
              <a:t>将图片拖动到占位符，或单击添加图标</a:t>
            </a:r>
            <a:endParaRPr lang="zh-TW" altLang="en-US" noProof="0" dirty="0"/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1313517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单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11523132" cy="5005388"/>
          </a:xfrm>
          <a:prstGeom prst="rect">
            <a:avLst/>
          </a:prstGeom>
        </p:spPr>
        <p:txBody>
          <a:bodyPr/>
          <a:lstStyle>
            <a:lvl1pPr marL="185738" indent="-185738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 sz="2000" b="1" baseline="0">
                <a:solidFill>
                  <a:srgbClr val="06397F"/>
                </a:solidFill>
                <a:latin typeface="微软雅黑"/>
                <a:ea typeface="微软雅黑"/>
                <a:cs typeface="微软雅黑"/>
              </a:defRPr>
            </a:lvl1pPr>
            <a:lvl2pPr marL="711200" indent="-271463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2pPr>
            <a:lvl3pPr marL="896938" indent="-185738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3pPr>
            <a:lvl4pPr marL="72000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4pPr>
            <a:lvl5pPr marL="541337" indent="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buSzPct val="100000"/>
              <a:buNone/>
              <a:defRPr sz="1800" b="0" baseline="0">
                <a:solidFill>
                  <a:srgbClr val="7F7F7F"/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  <a:p>
            <a:pPr lvl="1"/>
            <a:r>
              <a:rPr lang="zh-TW" altLang="en-US" dirty="0"/>
              <a:t>二级</a:t>
            </a:r>
            <a:endParaRPr lang="en-US" altLang="zh-TW" dirty="0"/>
          </a:p>
          <a:p>
            <a:pPr lvl="2"/>
            <a:endParaRPr lang="zh-TW" altLang="en-US" dirty="0"/>
          </a:p>
        </p:txBody>
      </p:sp>
      <p:sp>
        <p:nvSpPr>
          <p:cNvPr id="5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56839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4434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2pPr>
            <a:lvl3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  <a:p>
            <a:pPr lvl="1"/>
            <a:r>
              <a:rPr lang="zh-TW" altLang="en-US" dirty="0"/>
              <a:t>二级</a:t>
            </a:r>
          </a:p>
          <a:p>
            <a:pPr lvl="2"/>
            <a:r>
              <a:rPr lang="zh-TW" altLang="en-US" dirty="0"/>
              <a:t>三级</a:t>
            </a:r>
          </a:p>
          <a:p>
            <a:pPr lvl="3"/>
            <a:r>
              <a:rPr lang="zh-TW" altLang="en-US" dirty="0"/>
              <a:t>四级</a:t>
            </a:r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5" name="內容版面配置區 2"/>
          <p:cNvSpPr>
            <a:spLocks noGrp="1"/>
          </p:cNvSpPr>
          <p:nvPr>
            <p:ph idx="11"/>
          </p:nvPr>
        </p:nvSpPr>
        <p:spPr>
          <a:xfrm>
            <a:off x="6192011" y="1120775"/>
            <a:ext cx="5665556" cy="50053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buNone/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1pPr>
            <a:lvl2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2pPr>
            <a:lvl3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 marL="72000" indent="169200">
              <a:spcBef>
                <a:spcPts val="700"/>
              </a:spcBef>
              <a:buClr>
                <a:schemeClr val="tx1">
                  <a:lumMod val="75000"/>
                  <a:lumOff val="25000"/>
                </a:schemeClr>
              </a:buClr>
              <a:defRPr sz="18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微软雅黑"/>
                <a:ea typeface="微软雅黑"/>
                <a:cs typeface="微软雅黑"/>
              </a:defRPr>
            </a:lvl5pPr>
            <a:lvl6pPr marL="2628900" marR="0" indent="-34290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Char char="•"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086100" marR="0" indent="0" algn="l" defTabSz="457200" rtl="0" eaLnBrk="1" fontAlgn="auto" latinLnBrk="0" hangingPunct="1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Clr>
                <a:schemeClr val="tx1">
                  <a:lumMod val="75000"/>
                  <a:lumOff val="25000"/>
                </a:schemeClr>
              </a:buClr>
              <a:buSzTx/>
              <a:buFont typeface="Arial"/>
              <a:buNone/>
              <a:tabLst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spcBef>
                <a:spcPts val="388"/>
              </a:spcBef>
              <a:buClr>
                <a:schemeClr val="tx1">
                  <a:lumMod val="75000"/>
                  <a:lumOff val="25000"/>
                </a:schemeClr>
              </a:buCl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  <a:p>
            <a:pPr lvl="1"/>
            <a:r>
              <a:rPr lang="zh-TW" altLang="en-US" dirty="0"/>
              <a:t>二级</a:t>
            </a:r>
          </a:p>
          <a:p>
            <a:pPr lvl="2"/>
            <a:r>
              <a:rPr lang="zh-TW" altLang="en-US" dirty="0"/>
              <a:t>三级</a:t>
            </a:r>
          </a:p>
          <a:p>
            <a:pPr lvl="3"/>
            <a:r>
              <a:rPr lang="zh-TW" altLang="en-US" dirty="0"/>
              <a:t>四级</a:t>
            </a:r>
          </a:p>
          <a:p>
            <a:pPr lvl="4"/>
            <a:r>
              <a:rPr lang="zh-TW" altLang="en-US" dirty="0"/>
              <a:t>五级</a:t>
            </a:r>
            <a:endParaRPr lang="en-US" altLang="zh-TW" dirty="0"/>
          </a:p>
        </p:txBody>
      </p:sp>
      <p:sp>
        <p:nvSpPr>
          <p:cNvPr id="9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0654662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b="0">
                <a:solidFill>
                  <a:srgbClr val="E6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878117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8611620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 黑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b="0">
                <a:solidFill>
                  <a:srgbClr val="FF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单击此处编辑母版标题样式</a:t>
            </a:r>
          </a:p>
        </p:txBody>
      </p:sp>
      <p:sp>
        <p:nvSpPr>
          <p:cNvPr id="3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777842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 黑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6DD0BA-98A2-BB4B-AD49-BF6B8655A9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848207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6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507059" y="646091"/>
            <a:ext cx="9525047" cy="1064176"/>
          </a:xfrm>
        </p:spPr>
        <p:txBody>
          <a:bodyPr anchor="b"/>
          <a:lstStyle>
            <a:lvl1pPr>
              <a:defRPr sz="3200" b="0">
                <a:solidFill>
                  <a:srgbClr val="0A195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rPr lang="zh-TW" altLang="en-US" dirty="0"/>
              <a:t>单击此处编辑母版标题样式</a:t>
            </a:r>
          </a:p>
        </p:txBody>
      </p:sp>
      <p:sp>
        <p:nvSpPr>
          <p:cNvPr id="8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506658" y="1916833"/>
            <a:ext cx="9525401" cy="40950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400" b="0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单击此处编辑母版文本样式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007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5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直線接點 4"/>
          <p:cNvCxnSpPr/>
          <p:nvPr/>
        </p:nvCxnSpPr>
        <p:spPr>
          <a:xfrm>
            <a:off x="334433" y="1092200"/>
            <a:ext cx="11542184" cy="0"/>
          </a:xfrm>
          <a:prstGeom prst="line">
            <a:avLst/>
          </a:prstGeom>
          <a:ln w="6350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334434" y="1188368"/>
            <a:ext cx="11523133" cy="5021932"/>
          </a:xfrm>
        </p:spPr>
        <p:txBody>
          <a:bodyPr/>
          <a:lstStyle>
            <a:lvl1pPr>
              <a:defRPr sz="3200" b="0" i="0">
                <a:solidFill>
                  <a:srgbClr val="FFFFFF"/>
                </a:solidFill>
                <a:latin typeface="STIXSizeTwoSym-Regular"/>
                <a:ea typeface="微软雅黑"/>
                <a:cs typeface="STIXSizeTwoSym-Regular"/>
              </a:defRPr>
            </a:lvl1pPr>
          </a:lstStyle>
          <a:p>
            <a:r>
              <a:rPr lang="zh-TW" altLang="en-US" dirty="0"/>
              <a:t>单击此处编辑母版标题样式</a:t>
            </a:r>
          </a:p>
        </p:txBody>
      </p:sp>
      <p:sp>
        <p:nvSpPr>
          <p:cNvPr id="17" name="文字版面配置區 18"/>
          <p:cNvSpPr>
            <a:spLocks noGrp="1"/>
          </p:cNvSpPr>
          <p:nvPr>
            <p:ph type="body" sz="quarter" idx="13"/>
          </p:nvPr>
        </p:nvSpPr>
        <p:spPr>
          <a:xfrm>
            <a:off x="334433" y="165100"/>
            <a:ext cx="11542184" cy="838200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>
                <a:solidFill>
                  <a:srgbClr val="E6000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dirty="0"/>
              <a:t>单击此处编辑母版文本样式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821280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简易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800"/>
          </a:p>
        </p:txBody>
      </p:sp>
      <p:sp>
        <p:nvSpPr>
          <p:cNvPr id="10" name="標題版面配置區 1"/>
          <p:cNvSpPr>
            <a:spLocks noGrp="1"/>
          </p:cNvSpPr>
          <p:nvPr>
            <p:ph type="title"/>
          </p:nvPr>
        </p:nvSpPr>
        <p:spPr>
          <a:xfrm>
            <a:off x="956235" y="2002118"/>
            <a:ext cx="9064315" cy="176422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 sz="2800" b="0" baseline="0">
                <a:solidFill>
                  <a:srgbClr val="0A195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r>
              <a:rPr lang="zh-TW" altLang="en-US" dirty="0"/>
              <a:t>单击此处编辑母版标题样式</a:t>
            </a:r>
          </a:p>
        </p:txBody>
      </p:sp>
      <p:sp>
        <p:nvSpPr>
          <p:cNvPr id="11" name="文字版面配置區 13"/>
          <p:cNvSpPr>
            <a:spLocks noGrp="1"/>
          </p:cNvSpPr>
          <p:nvPr>
            <p:ph idx="1"/>
          </p:nvPr>
        </p:nvSpPr>
        <p:spPr>
          <a:xfrm>
            <a:off x="956235" y="4004235"/>
            <a:ext cx="9064315" cy="98611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 sz="1800" b="1">
                <a:solidFill>
                  <a:srgbClr val="414141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lvl="0"/>
            <a:r>
              <a:rPr lang="zh-TW" altLang="en-US" noProof="0" dirty="0"/>
              <a:t>单击此处编辑母版文本样式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54527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未命名-3-03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文字版面配置區 11"/>
          <p:cNvSpPr>
            <a:spLocks noGrp="1"/>
          </p:cNvSpPr>
          <p:nvPr>
            <p:ph type="body" sz="quarter" idx="12"/>
          </p:nvPr>
        </p:nvSpPr>
        <p:spPr>
          <a:xfrm>
            <a:off x="334434" y="2536022"/>
            <a:ext cx="8696677" cy="131656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20000"/>
              </a:lnSpc>
              <a:buNone/>
              <a:defRPr sz="4800" b="0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57300" indent="-342900">
              <a:buClr>
                <a:schemeClr val="tx1">
                  <a:lumMod val="75000"/>
                  <a:lumOff val="25000"/>
                </a:schemeClr>
              </a:buClr>
              <a:buFont typeface="Arial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buClr>
                <a:schemeClr val="tx1">
                  <a:lumMod val="75000"/>
                  <a:lumOff val="25000"/>
                </a:schemeClr>
              </a:buClr>
              <a:defRPr sz="2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/>
            <a:endParaRPr lang="zh-TW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94758"/>
            <a:ext cx="12192000" cy="56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55620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43"/>
            <a:ext cx="12192000" cy="6857657"/>
          </a:xfrm>
          <a:prstGeom prst="rect">
            <a:avLst/>
          </a:prstGeom>
        </p:spPr>
      </p:pic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334434" y="260350"/>
            <a:ext cx="11523133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cxnSp>
        <p:nvCxnSpPr>
          <p:cNvPr id="8" name="直线连接符 9"/>
          <p:cNvCxnSpPr/>
          <p:nvPr/>
        </p:nvCxnSpPr>
        <p:spPr>
          <a:xfrm>
            <a:off x="-994833" y="260350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8"/>
          <p:cNvCxnSpPr/>
          <p:nvPr/>
        </p:nvCxnSpPr>
        <p:spPr>
          <a:xfrm>
            <a:off x="-994833" y="6397625"/>
            <a:ext cx="797983" cy="0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线连接符 19"/>
          <p:cNvCxnSpPr/>
          <p:nvPr/>
        </p:nvCxnSpPr>
        <p:spPr>
          <a:xfrm>
            <a:off x="6096000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22"/>
          <p:cNvCxnSpPr/>
          <p:nvPr/>
        </p:nvCxnSpPr>
        <p:spPr>
          <a:xfrm>
            <a:off x="6096000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23"/>
          <p:cNvCxnSpPr/>
          <p:nvPr/>
        </p:nvCxnSpPr>
        <p:spPr>
          <a:xfrm>
            <a:off x="11876617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8"/>
          <p:cNvCxnSpPr/>
          <p:nvPr/>
        </p:nvCxnSpPr>
        <p:spPr>
          <a:xfrm>
            <a:off x="311151" y="-674688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21"/>
          <p:cNvCxnSpPr/>
          <p:nvPr/>
        </p:nvCxnSpPr>
        <p:spPr>
          <a:xfrm>
            <a:off x="311151" y="7029450"/>
            <a:ext cx="0" cy="503238"/>
          </a:xfrm>
          <a:prstGeom prst="line">
            <a:avLst/>
          </a:prstGeom>
          <a:ln w="31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012767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b="1">
                <a:solidFill>
                  <a:schemeClr val="bg1"/>
                </a:solidFill>
                <a:latin typeface="+mn-lt"/>
                <a:ea typeface="宋体" charset="0"/>
                <a:cs typeface="宋体" charset="0"/>
              </a:defRPr>
            </a:lvl1pPr>
          </a:lstStyle>
          <a:p>
            <a:fld id="{586DD0BA-98A2-BB4B-AD49-BF6B8655A976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  <p:grpSp>
        <p:nvGrpSpPr>
          <p:cNvPr id="2" name="组 1"/>
          <p:cNvGrpSpPr/>
          <p:nvPr userDrawn="1"/>
        </p:nvGrpSpPr>
        <p:grpSpPr>
          <a:xfrm>
            <a:off x="12256675" y="-606956"/>
            <a:ext cx="659924" cy="6963306"/>
            <a:chOff x="9192506" y="-606956"/>
            <a:chExt cx="494943" cy="6963306"/>
          </a:xfrm>
        </p:grpSpPr>
        <p:cxnSp>
          <p:nvCxnSpPr>
            <p:cNvPr id="15" name="直线连接符 18"/>
            <p:cNvCxnSpPr/>
            <p:nvPr/>
          </p:nvCxnSpPr>
          <p:spPr>
            <a:xfrm>
              <a:off x="9195324" y="-606956"/>
              <a:ext cx="0" cy="503238"/>
            </a:xfrm>
            <a:prstGeom prst="line">
              <a:avLst/>
            </a:prstGeom>
            <a:ln w="3175" cmpd="sng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 35"/>
            <p:cNvGrpSpPr/>
            <p:nvPr userDrawn="1"/>
          </p:nvGrpSpPr>
          <p:grpSpPr>
            <a:xfrm>
              <a:off x="9195324" y="4660988"/>
              <a:ext cx="492125" cy="1695362"/>
              <a:chOff x="9210675" y="7083548"/>
              <a:chExt cx="492125" cy="2146300"/>
            </a:xfrm>
          </p:grpSpPr>
          <p:sp>
            <p:nvSpPr>
              <p:cNvPr id="37" name="矩形 36"/>
              <p:cNvSpPr/>
              <p:nvPr/>
            </p:nvSpPr>
            <p:spPr bwMode="auto">
              <a:xfrm>
                <a:off x="9210675" y="7083548"/>
                <a:ext cx="492125" cy="698500"/>
              </a:xfrm>
              <a:prstGeom prst="rect">
                <a:avLst/>
              </a:prstGeom>
              <a:solidFill>
                <a:srgbClr val="BEB4B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2"/>
                    </a:solidFill>
                    <a:latin typeface="Helvetica"/>
                    <a:ea typeface="宋体"/>
                    <a:cs typeface="Helvetica"/>
                  </a:rPr>
                  <a:t>R190 G180 B180</a:t>
                </a:r>
                <a:endParaRPr kumimoji="0" lang="zh-CN" altLang="en-US" sz="900" dirty="0">
                  <a:solidFill>
                    <a:schemeClr val="bg2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 bwMode="auto">
              <a:xfrm>
                <a:off x="9210675" y="7782048"/>
                <a:ext cx="492125" cy="723899"/>
              </a:xfrm>
              <a:prstGeom prst="rect">
                <a:avLst/>
              </a:prstGeom>
              <a:solidFill>
                <a:srgbClr val="6E64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rgbClr val="FFFFFF"/>
                    </a:solidFill>
                    <a:latin typeface="Helvetica"/>
                    <a:ea typeface="宋体"/>
                    <a:cs typeface="Helvetica"/>
                  </a:rPr>
                  <a:t>R110 G100 B100</a:t>
                </a:r>
                <a:endParaRPr kumimoji="0" lang="zh-CN" altLang="en-US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 bwMode="auto">
              <a:xfrm>
                <a:off x="9210675" y="8505949"/>
                <a:ext cx="492125" cy="723899"/>
              </a:xfrm>
              <a:prstGeom prst="rect">
                <a:avLst/>
              </a:prstGeom>
              <a:solidFill>
                <a:srgbClr val="41414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zh-CN" sz="900" dirty="0">
                    <a:solidFill>
                      <a:schemeClr val="bg1"/>
                    </a:solidFill>
                    <a:latin typeface="Helvetica"/>
                    <a:ea typeface="宋体"/>
                    <a:cs typeface="Helvetica"/>
                  </a:rPr>
                  <a:t>R65 G65 B65</a:t>
                </a:r>
                <a:endParaRPr kumimoji="0" lang="zh-CN" altLang="en-US" sz="900" dirty="0">
                  <a:solidFill>
                    <a:schemeClr val="bg1"/>
                  </a:solidFill>
                  <a:latin typeface="Helvetica"/>
                  <a:ea typeface="宋体"/>
                  <a:cs typeface="Helvetica"/>
                </a:endParaRPr>
              </a:p>
            </p:txBody>
          </p:sp>
        </p:grpSp>
        <p:sp>
          <p:nvSpPr>
            <p:cNvPr id="41" name="矩形 40"/>
            <p:cNvSpPr/>
            <p:nvPr/>
          </p:nvSpPr>
          <p:spPr bwMode="auto">
            <a:xfrm>
              <a:off x="9195324" y="0"/>
              <a:ext cx="492125" cy="584377"/>
            </a:xfrm>
            <a:prstGeom prst="rect">
              <a:avLst/>
            </a:prstGeom>
            <a:solidFill>
              <a:srgbClr val="0A19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latin typeface="Helvetica"/>
                  <a:ea typeface="宋体"/>
                  <a:cs typeface="Helvetica"/>
                </a:rPr>
                <a:t>R10 G25 B80</a:t>
              </a:r>
              <a:endParaRPr kumimoji="0" lang="zh-CN" altLang="en-US" sz="900" dirty="0"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9195324" y="584377"/>
              <a:ext cx="492125" cy="583052"/>
            </a:xfrm>
            <a:prstGeom prst="rect">
              <a:avLst/>
            </a:prstGeom>
            <a:solidFill>
              <a:srgbClr val="0537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R5 G55 B125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9195323" y="1167429"/>
              <a:ext cx="492125" cy="584376"/>
            </a:xfrm>
            <a:prstGeom prst="rect">
              <a:avLst/>
            </a:prstGeom>
            <a:solidFill>
              <a:srgbClr val="0850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R8 G80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+mn-lt"/>
                  <a:ea typeface="+mn-ea"/>
                  <a:cs typeface="Helvetica"/>
                </a:rPr>
                <a:t>B180</a:t>
              </a:r>
              <a:endParaRPr kumimoji="0" lang="zh-CN" altLang="en-US" sz="900" dirty="0">
                <a:solidFill>
                  <a:srgbClr val="FFFFFF"/>
                </a:solidFill>
                <a:latin typeface="+mn-lt"/>
                <a:ea typeface="+mn-ea"/>
                <a:cs typeface="Helvetica"/>
              </a:endParaRPr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9195324" y="3492236"/>
              <a:ext cx="492125" cy="584377"/>
            </a:xfrm>
            <a:prstGeom prst="rect">
              <a:avLst/>
            </a:prstGeom>
            <a:solidFill>
              <a:srgbClr val="AB052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R170 G5 B30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9195324" y="4076613"/>
              <a:ext cx="492125" cy="584376"/>
            </a:xfrm>
            <a:prstGeom prst="rect">
              <a:avLst/>
            </a:prstGeom>
            <a:solidFill>
              <a:srgbClr val="E6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R230 </a:t>
              </a:r>
              <a:r>
                <a:rPr kumimoji="0" lang="en-US" altLang="zh-CN" sz="900" dirty="0">
                  <a:cs typeface="Helvetica"/>
                </a:rPr>
                <a:t>G0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6" name="矩形 45"/>
            <p:cNvSpPr/>
            <p:nvPr userDrawn="1"/>
          </p:nvSpPr>
          <p:spPr bwMode="auto">
            <a:xfrm>
              <a:off x="9195322" y="1751805"/>
              <a:ext cx="492125" cy="584376"/>
            </a:xfrm>
            <a:prstGeom prst="rect">
              <a:avLst/>
            </a:prstGeom>
            <a:solidFill>
              <a:srgbClr val="0F6E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R15 </a:t>
              </a:r>
              <a:r>
                <a:rPr kumimoji="0" lang="en-US" altLang="zh-CN" sz="900" dirty="0">
                  <a:cs typeface="Helvetica"/>
                </a:rPr>
                <a:t>G110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B240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7" name="矩形 46"/>
            <p:cNvSpPr/>
            <p:nvPr userDrawn="1"/>
          </p:nvSpPr>
          <p:spPr bwMode="auto">
            <a:xfrm>
              <a:off x="9195321" y="2336181"/>
              <a:ext cx="492125" cy="584376"/>
            </a:xfrm>
            <a:prstGeom prst="rect">
              <a:avLst/>
            </a:prstGeom>
            <a:solidFill>
              <a:srgbClr val="78AA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R120 </a:t>
              </a:r>
              <a:r>
                <a:rPr kumimoji="0" lang="en-US" altLang="zh-CN" sz="900" dirty="0">
                  <a:cs typeface="Helvetica"/>
                </a:rPr>
                <a:t>G170</a:t>
              </a: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B245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  <p:sp>
          <p:nvSpPr>
            <p:cNvPr id="48" name="矩形 47"/>
            <p:cNvSpPr/>
            <p:nvPr userDrawn="1"/>
          </p:nvSpPr>
          <p:spPr bwMode="auto">
            <a:xfrm>
              <a:off x="9192506" y="2920557"/>
              <a:ext cx="492125" cy="584376"/>
            </a:xfrm>
            <a:prstGeom prst="rect">
              <a:avLst/>
            </a:prstGeom>
            <a:solidFill>
              <a:srgbClr val="C8DC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R200 </a:t>
              </a:r>
              <a:r>
                <a:rPr kumimoji="0" lang="en-US" altLang="zh-CN" sz="900" dirty="0">
                  <a:cs typeface="Helvetica"/>
                </a:rPr>
                <a:t>G220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zh-CN" sz="900" dirty="0">
                  <a:solidFill>
                    <a:srgbClr val="FFFFFF"/>
                  </a:solidFill>
                  <a:latin typeface="Helvetica"/>
                  <a:ea typeface="宋体"/>
                  <a:cs typeface="Helvetica"/>
                </a:rPr>
                <a:t>B250</a:t>
              </a:r>
              <a:endParaRPr kumimoji="0" lang="zh-CN" altLang="en-US" sz="900" dirty="0">
                <a:solidFill>
                  <a:srgbClr val="FFFFFF"/>
                </a:solidFill>
                <a:latin typeface="Helvetica"/>
                <a:ea typeface="宋体"/>
                <a:cs typeface="Helvetica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5" r:id="rId9"/>
    <p:sldLayoutId id="2147483686" r:id="rId10"/>
    <p:sldLayoutId id="2147483688" r:id="rId11"/>
  </p:sldLayoutIdLst>
  <p:transition spd="med">
    <p:fade/>
  </p:transition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0" kern="1200">
          <a:solidFill>
            <a:srgbClr val="E60000"/>
          </a:solidFill>
          <a:latin typeface="微软雅黑"/>
          <a:ea typeface="微软雅黑"/>
          <a:cs typeface="微软雅黑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28200"/>
          </a:solidFill>
          <a:latin typeface="Helvetica" charset="0"/>
          <a:ea typeface="宋体" charset="0"/>
          <a:cs typeface="宋体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新細明體" charset="0"/>
          <a:cs typeface="宋体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宋体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宋体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宋体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56235" y="2002117"/>
            <a:ext cx="9064315" cy="3384271"/>
          </a:xfrm>
        </p:spPr>
        <p:txBody>
          <a:bodyPr>
            <a:normAutofit fontScale="90000"/>
          </a:bodyPr>
          <a:lstStyle/>
          <a:p>
            <a:r>
              <a:rPr kumimoji="1" lang="zh-CN" altLang="en-US" b="1" dirty="0">
                <a:solidFill>
                  <a:srgbClr val="0A1950"/>
                </a:solidFill>
              </a:rPr>
              <a:t>浦发银行</a:t>
            </a:r>
            <a:br>
              <a:rPr kumimoji="1" lang="en-US" altLang="zh-CN" b="1" dirty="0">
                <a:solidFill>
                  <a:srgbClr val="0A1950"/>
                </a:solidFill>
              </a:rPr>
            </a:br>
            <a:r>
              <a:rPr kumimoji="1" lang="en-US" altLang="zh-CN" b="1" dirty="0">
                <a:solidFill>
                  <a:srgbClr val="0A1950"/>
                </a:solidFill>
              </a:rPr>
              <a:t>PPT</a:t>
            </a:r>
            <a:r>
              <a:rPr kumimoji="1" lang="zh-CN" altLang="en-US" b="1" dirty="0">
                <a:solidFill>
                  <a:srgbClr val="0A1950"/>
                </a:solidFill>
              </a:rPr>
              <a:t>模版及使用规范</a:t>
            </a:r>
            <a:br>
              <a:rPr kumimoji="1" lang="en-US" altLang="zh-CN" b="1" dirty="0">
                <a:solidFill>
                  <a:srgbClr val="0A1950"/>
                </a:solidFill>
              </a:rPr>
            </a:br>
            <a:br>
              <a:rPr kumimoji="1" lang="en-US" altLang="zh-CN" b="1" dirty="0"/>
            </a:br>
            <a:br>
              <a:rPr kumimoji="1" lang="en-US" altLang="zh-CN" b="1" dirty="0"/>
            </a:br>
            <a:br>
              <a:rPr kumimoji="1" lang="en-US" altLang="zh-CN" b="1" dirty="0"/>
            </a:br>
            <a:br>
              <a:rPr kumimoji="1" lang="en-US" altLang="zh-CN" b="1" dirty="0"/>
            </a:br>
            <a:r>
              <a:rPr kumimoji="1" lang="zh-CN" altLang="en-US" sz="2200" b="1" dirty="0"/>
              <a:t>部门名称</a:t>
            </a:r>
            <a:br>
              <a:rPr kumimoji="1" lang="en-US" altLang="zh-CN" sz="2200" b="1" dirty="0"/>
            </a:br>
            <a:r>
              <a:rPr kumimoji="1" lang="en-US" altLang="zh-CN" sz="2200" b="1" dirty="0"/>
              <a:t>20XX</a:t>
            </a:r>
            <a:r>
              <a:rPr kumimoji="1" lang="zh-CN" altLang="en-US" sz="2200" b="1" dirty="0"/>
              <a:t>年</a:t>
            </a:r>
            <a:r>
              <a:rPr kumimoji="1" lang="en-US" altLang="zh-CN" sz="2200" b="1" dirty="0"/>
              <a:t>XX</a:t>
            </a:r>
            <a:r>
              <a:rPr kumimoji="1" lang="zh-CN" altLang="en-US" sz="2200" b="1" dirty="0"/>
              <a:t>月</a:t>
            </a:r>
            <a:br>
              <a:rPr kumimoji="1" lang="en-US" altLang="zh-CN" sz="2200" b="1" dirty="0">
                <a:solidFill>
                  <a:srgbClr val="0A1950"/>
                </a:solidFill>
              </a:rPr>
            </a:br>
            <a:br>
              <a:rPr kumimoji="1" lang="en-US" altLang="zh-CN" b="1" dirty="0"/>
            </a:br>
            <a:br>
              <a:rPr kumimoji="1" lang="en-US" altLang="zh-CN" b="1" dirty="0"/>
            </a:br>
            <a:endParaRPr kumimoji="1" lang="zh-CN" altLang="en-US" dirty="0">
              <a:solidFill>
                <a:srgbClr val="0A19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221153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4434" y="920465"/>
            <a:ext cx="9936237" cy="458634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新版</a:t>
            </a:r>
            <a:r>
              <a:rPr kumimoji="1" lang="en-US" altLang="zh-CN" dirty="0"/>
              <a:t>PPT</a:t>
            </a:r>
            <a:r>
              <a:rPr kumimoji="1" lang="zh-CN" altLang="en-US" dirty="0"/>
              <a:t>文件</a:t>
            </a:r>
            <a:r>
              <a:rPr lang="zh-CN" altLang="en-US" dirty="0"/>
              <a:t>共有三类示范页面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文本程序类：封面页、目录页、章节页、结尾页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正文页面类：全文本页、左右图文页、上下图文页、全图片页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图表应用类：地图页、数据图页、表格页、逻辑推导页</a:t>
            </a:r>
            <a:endParaRPr lang="en-US" altLang="zh-CN" dirty="0"/>
          </a:p>
          <a:p>
            <a:pPr marL="439737" lvl="1" indent="0">
              <a:lnSpc>
                <a:spcPct val="150000"/>
              </a:lnSpc>
              <a:buNone/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使用</a:t>
            </a:r>
            <a:r>
              <a:rPr lang="en-US" altLang="zh-CN" dirty="0"/>
              <a:t>PPT</a:t>
            </a:r>
            <a:r>
              <a:rPr lang="zh-CN" altLang="en-US" dirty="0"/>
              <a:t>文件时，请直接从</a:t>
            </a:r>
            <a:r>
              <a:rPr lang="zh-CN" altLang="zh-CN" dirty="0"/>
              <a:t>“</a:t>
            </a:r>
            <a:r>
              <a:rPr lang="zh-CN" altLang="en-US" dirty="0"/>
              <a:t>新建幻灯片</a:t>
            </a:r>
            <a:r>
              <a:rPr lang="en-US" altLang="zh-CN" dirty="0"/>
              <a:t>”</a:t>
            </a:r>
            <a:r>
              <a:rPr lang="zh-CN" altLang="en-US" dirty="0"/>
              <a:t>按钮中添加相应格式的</a:t>
            </a:r>
            <a:r>
              <a:rPr lang="en-US" altLang="zh-CN" dirty="0"/>
              <a:t>PPT</a:t>
            </a:r>
            <a:r>
              <a:rPr lang="zh-CN" altLang="en-US" dirty="0"/>
              <a:t>，并在其中键入文字，格式已经做相应设定。</a:t>
            </a:r>
            <a:r>
              <a:rPr lang="en-US" altLang="en-US" dirty="0" err="1"/>
              <a:t>请勿更改其格式，以保持统一的浦发银行品牌感受</a:t>
            </a:r>
            <a:r>
              <a:rPr lang="en-US" altLang="en-US" dirty="0"/>
              <a:t>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34434" y="260350"/>
            <a:ext cx="11523133" cy="755650"/>
          </a:xfrm>
        </p:spPr>
        <p:txBody>
          <a:bodyPr/>
          <a:lstStyle/>
          <a:p>
            <a:r>
              <a:rPr kumimoji="1" lang="en-US" altLang="zh-CN" dirty="0"/>
              <a:t>PPT</a:t>
            </a:r>
            <a:r>
              <a:rPr kumimoji="1" lang="zh-CN" altLang="en-US" dirty="0"/>
              <a:t>模版使用说明：版式应用</a:t>
            </a:r>
          </a:p>
        </p:txBody>
      </p:sp>
    </p:spTree>
    <p:extLst>
      <p:ext uri="{BB962C8B-B14F-4D97-AF65-F5344CB8AC3E}">
        <p14:creationId xmlns:p14="http://schemas.microsoft.com/office/powerpoint/2010/main" val="371297259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34435" y="1016001"/>
            <a:ext cx="10458751" cy="1331415"/>
          </a:xfrm>
        </p:spPr>
        <p:txBody>
          <a:bodyPr/>
          <a:lstStyle/>
          <a:p>
            <a:r>
              <a:rPr lang="zh-CN" altLang="en-US" dirty="0"/>
              <a:t>模版旁边设有主品牌色系并标明色号，设计时应尽量使用主品牌色系颜色。</a:t>
            </a:r>
            <a:endParaRPr lang="en-US" altLang="zh-CN" dirty="0"/>
          </a:p>
          <a:p>
            <a:pPr lvl="1"/>
            <a:r>
              <a:rPr lang="zh-CN" altLang="en-US" dirty="0"/>
              <a:t>蓝色、红色、灰色为图文、图表的使用颜色。</a:t>
            </a:r>
            <a:endParaRPr lang="en-US" altLang="zh-CN" dirty="0"/>
          </a:p>
          <a:p>
            <a:pPr lvl="1"/>
            <a:r>
              <a:rPr lang="zh-CN" altLang="en-US" dirty="0"/>
              <a:t>子品牌辅助色仅作为相应子品牌图片或表格的标注示意色，使用比例不得超过主品牌色系颜色。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PPT</a:t>
            </a:r>
            <a:r>
              <a:rPr kumimoji="1" lang="zh-CN" altLang="en-US" dirty="0"/>
              <a:t>模版使用说明：色彩应用</a:t>
            </a:r>
          </a:p>
        </p:txBody>
      </p:sp>
      <p:grpSp>
        <p:nvGrpSpPr>
          <p:cNvPr id="24" name="组合 23"/>
          <p:cNvGrpSpPr/>
          <p:nvPr/>
        </p:nvGrpSpPr>
        <p:grpSpPr>
          <a:xfrm>
            <a:off x="3701946" y="5353119"/>
            <a:ext cx="3240881" cy="612427"/>
            <a:chOff x="2883691" y="5583409"/>
            <a:chExt cx="3240881" cy="661022"/>
          </a:xfrm>
        </p:grpSpPr>
        <p:sp>
          <p:nvSpPr>
            <p:cNvPr id="15" name="矩形 14"/>
            <p:cNvSpPr/>
            <p:nvPr/>
          </p:nvSpPr>
          <p:spPr>
            <a:xfrm>
              <a:off x="2883691" y="5583409"/>
              <a:ext cx="1080294" cy="643387"/>
            </a:xfrm>
            <a:prstGeom prst="rect">
              <a:avLst/>
            </a:prstGeom>
            <a:solidFill>
              <a:srgbClr val="FBAF16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23"/>
            <p:cNvSpPr txBox="1"/>
            <p:nvPr/>
          </p:nvSpPr>
          <p:spPr>
            <a:xfrm>
              <a:off x="3173611" y="5630708"/>
              <a:ext cx="500458" cy="597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R251</a:t>
              </a:r>
            </a:p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G174</a:t>
              </a:r>
            </a:p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B23</a:t>
              </a:r>
              <a:endParaRPr kumimoji="1" lang="zh-CN" altLang="en-US" sz="10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963985" y="5583409"/>
              <a:ext cx="1080294" cy="643387"/>
            </a:xfrm>
            <a:prstGeom prst="rect">
              <a:avLst/>
            </a:prstGeom>
            <a:solidFill>
              <a:srgbClr val="80C242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21"/>
            <p:cNvSpPr txBox="1"/>
            <p:nvPr/>
          </p:nvSpPr>
          <p:spPr>
            <a:xfrm>
              <a:off x="4253903" y="5646474"/>
              <a:ext cx="500458" cy="597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R128</a:t>
              </a:r>
            </a:p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G194</a:t>
              </a:r>
            </a:p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B66</a:t>
              </a:r>
              <a:endParaRPr kumimoji="1" lang="zh-CN" altLang="en-US" sz="10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5044278" y="5583409"/>
              <a:ext cx="1080294" cy="643387"/>
            </a:xfrm>
            <a:prstGeom prst="rect">
              <a:avLst/>
            </a:prstGeom>
            <a:solidFill>
              <a:srgbClr val="D70A8B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337403" y="5646474"/>
              <a:ext cx="494046" cy="597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R215</a:t>
              </a:r>
            </a:p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G10</a:t>
              </a:r>
            </a:p>
            <a:p>
              <a:pPr algn="ctr"/>
              <a:r>
                <a:rPr kumimoji="1" lang="en-US" altLang="zh-CN" sz="10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B139</a:t>
              </a:r>
              <a:endParaRPr kumimoji="1" lang="zh-CN" altLang="en-US" sz="1000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058456" y="2597850"/>
            <a:ext cx="6481763" cy="1303351"/>
            <a:chOff x="1534474" y="1016000"/>
            <a:chExt cx="6481763" cy="2455333"/>
          </a:xfrm>
        </p:grpSpPr>
        <p:grpSp>
          <p:nvGrpSpPr>
            <p:cNvPr id="12" name="组 10"/>
            <p:cNvGrpSpPr/>
            <p:nvPr/>
          </p:nvGrpSpPr>
          <p:grpSpPr>
            <a:xfrm>
              <a:off x="1534474" y="1016000"/>
              <a:ext cx="1080294" cy="2455333"/>
              <a:chOff x="250825" y="1016000"/>
              <a:chExt cx="1728470" cy="2455333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250825" y="1016000"/>
                <a:ext cx="1728470" cy="2455333"/>
              </a:xfrm>
              <a:prstGeom prst="rect">
                <a:avLst/>
              </a:prstGeom>
              <a:solidFill>
                <a:srgbClr val="0A1950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文本框 33"/>
              <p:cNvSpPr txBox="1"/>
              <p:nvPr/>
            </p:nvSpPr>
            <p:spPr>
              <a:xfrm>
                <a:off x="735210" y="1494312"/>
                <a:ext cx="759694" cy="1217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R10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G25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B80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13" name="组 11"/>
            <p:cNvGrpSpPr/>
            <p:nvPr/>
          </p:nvGrpSpPr>
          <p:grpSpPr>
            <a:xfrm>
              <a:off x="2614768" y="1016000"/>
              <a:ext cx="1080294" cy="2455333"/>
              <a:chOff x="2032000" y="1388533"/>
              <a:chExt cx="1303867" cy="1303867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2032000" y="1388533"/>
                <a:ext cx="1303867" cy="1303867"/>
              </a:xfrm>
              <a:prstGeom prst="rect">
                <a:avLst/>
              </a:prstGeom>
              <a:solidFill>
                <a:srgbClr val="05377D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" name="文本框 31"/>
              <p:cNvSpPr txBox="1"/>
              <p:nvPr/>
            </p:nvSpPr>
            <p:spPr>
              <a:xfrm>
                <a:off x="2356766" y="1642534"/>
                <a:ext cx="654333" cy="646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R5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G55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B125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14" name="组 12"/>
            <p:cNvGrpSpPr/>
            <p:nvPr/>
          </p:nvGrpSpPr>
          <p:grpSpPr>
            <a:xfrm>
              <a:off x="3695061" y="1016000"/>
              <a:ext cx="1080294" cy="2455333"/>
              <a:chOff x="3623734" y="1388533"/>
              <a:chExt cx="1303867" cy="1303867"/>
            </a:xfrm>
            <a:solidFill>
              <a:srgbClr val="0850B4"/>
            </a:solidFill>
          </p:grpSpPr>
          <p:sp>
            <p:nvSpPr>
              <p:cNvPr id="31" name="矩形 30"/>
              <p:cNvSpPr/>
              <p:nvPr/>
            </p:nvSpPr>
            <p:spPr>
              <a:xfrm>
                <a:off x="3623734" y="1388533"/>
                <a:ext cx="1303867" cy="130386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文本框 29"/>
              <p:cNvSpPr txBox="1"/>
              <p:nvPr/>
            </p:nvSpPr>
            <p:spPr>
              <a:xfrm>
                <a:off x="3948500" y="1642534"/>
                <a:ext cx="654333" cy="646587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R8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G80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B180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21" name="组 13"/>
            <p:cNvGrpSpPr/>
            <p:nvPr/>
          </p:nvGrpSpPr>
          <p:grpSpPr>
            <a:xfrm>
              <a:off x="4775355" y="1016000"/>
              <a:ext cx="1080294" cy="2455333"/>
              <a:chOff x="5249334" y="1388533"/>
              <a:chExt cx="1303867" cy="1303867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5249334" y="1388533"/>
                <a:ext cx="1303867" cy="1303867"/>
              </a:xfrm>
              <a:prstGeom prst="rect">
                <a:avLst/>
              </a:prstGeom>
              <a:solidFill>
                <a:srgbClr val="0F6EF0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" name="文本框 27"/>
              <p:cNvSpPr txBox="1"/>
              <p:nvPr/>
            </p:nvSpPr>
            <p:spPr>
              <a:xfrm>
                <a:off x="5563460" y="1642534"/>
                <a:ext cx="675616" cy="646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R15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G110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B240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22" name="组 14"/>
            <p:cNvGrpSpPr/>
            <p:nvPr/>
          </p:nvGrpSpPr>
          <p:grpSpPr>
            <a:xfrm>
              <a:off x="5855650" y="1016000"/>
              <a:ext cx="1080294" cy="2455333"/>
              <a:chOff x="6858001" y="1388533"/>
              <a:chExt cx="1303867" cy="1303867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6858001" y="1388533"/>
                <a:ext cx="1303867" cy="1303867"/>
              </a:xfrm>
              <a:prstGeom prst="rect">
                <a:avLst/>
              </a:prstGeom>
              <a:solidFill>
                <a:srgbClr val="78AAF5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文本框 25"/>
              <p:cNvSpPr txBox="1"/>
              <p:nvPr/>
            </p:nvSpPr>
            <p:spPr>
              <a:xfrm>
                <a:off x="7172127" y="1642534"/>
                <a:ext cx="675616" cy="646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R120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G170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B245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23" name="组 15"/>
            <p:cNvGrpSpPr/>
            <p:nvPr/>
          </p:nvGrpSpPr>
          <p:grpSpPr>
            <a:xfrm>
              <a:off x="6935943" y="1016000"/>
              <a:ext cx="1080294" cy="2455333"/>
              <a:chOff x="6858001" y="1388533"/>
              <a:chExt cx="1303867" cy="1303867"/>
            </a:xfrm>
            <a:solidFill>
              <a:srgbClr val="FF6400"/>
            </a:solidFill>
          </p:grpSpPr>
          <p:sp>
            <p:nvSpPr>
              <p:cNvPr id="25" name="矩形 24"/>
              <p:cNvSpPr/>
              <p:nvPr/>
            </p:nvSpPr>
            <p:spPr>
              <a:xfrm>
                <a:off x="6858001" y="1388533"/>
                <a:ext cx="1303867" cy="1303867"/>
              </a:xfrm>
              <a:prstGeom prst="rect">
                <a:avLst/>
              </a:prstGeom>
              <a:solidFill>
                <a:srgbClr val="C8DCFA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6" name="文本框 23"/>
              <p:cNvSpPr txBox="1"/>
              <p:nvPr/>
            </p:nvSpPr>
            <p:spPr>
              <a:xfrm>
                <a:off x="7172127" y="1642534"/>
                <a:ext cx="675616" cy="646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R200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G220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B250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2621650" y="3901201"/>
            <a:ext cx="5401470" cy="1303351"/>
            <a:chOff x="1534474" y="3627815"/>
            <a:chExt cx="5401470" cy="2455333"/>
          </a:xfrm>
        </p:grpSpPr>
        <p:grpSp>
          <p:nvGrpSpPr>
            <p:cNvPr id="38" name="组 10"/>
            <p:cNvGrpSpPr/>
            <p:nvPr/>
          </p:nvGrpSpPr>
          <p:grpSpPr>
            <a:xfrm>
              <a:off x="1534474" y="3627815"/>
              <a:ext cx="1080294" cy="2455333"/>
              <a:chOff x="250825" y="1016000"/>
              <a:chExt cx="1728470" cy="2455333"/>
            </a:xfrm>
          </p:grpSpPr>
          <p:sp>
            <p:nvSpPr>
              <p:cNvPr id="51" name="矩形 50"/>
              <p:cNvSpPr/>
              <p:nvPr/>
            </p:nvSpPr>
            <p:spPr>
              <a:xfrm>
                <a:off x="250825" y="1016000"/>
                <a:ext cx="1728470" cy="2455333"/>
              </a:xfrm>
              <a:prstGeom prst="rect">
                <a:avLst/>
              </a:prstGeom>
              <a:solidFill>
                <a:srgbClr val="AA051E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文本框 33"/>
              <p:cNvSpPr txBox="1"/>
              <p:nvPr/>
            </p:nvSpPr>
            <p:spPr>
              <a:xfrm>
                <a:off x="674940" y="1494312"/>
                <a:ext cx="880241" cy="1217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R170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G5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B30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39" name="组 11"/>
            <p:cNvGrpSpPr/>
            <p:nvPr/>
          </p:nvGrpSpPr>
          <p:grpSpPr>
            <a:xfrm>
              <a:off x="2614768" y="3627815"/>
              <a:ext cx="1080294" cy="2455333"/>
              <a:chOff x="2032000" y="1388533"/>
              <a:chExt cx="1303867" cy="1303867"/>
            </a:xfrm>
          </p:grpSpPr>
          <p:sp>
            <p:nvSpPr>
              <p:cNvPr id="49" name="矩形 48"/>
              <p:cNvSpPr/>
              <p:nvPr/>
            </p:nvSpPr>
            <p:spPr>
              <a:xfrm>
                <a:off x="2032000" y="1388533"/>
                <a:ext cx="1303867" cy="1303867"/>
              </a:xfrm>
              <a:prstGeom prst="rect">
                <a:avLst/>
              </a:prstGeom>
              <a:solidFill>
                <a:srgbClr val="E60000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0" name="文本框 31"/>
              <p:cNvSpPr txBox="1"/>
              <p:nvPr/>
            </p:nvSpPr>
            <p:spPr>
              <a:xfrm>
                <a:off x="2351930" y="1642534"/>
                <a:ext cx="664008" cy="646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R230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40" name="组 12"/>
            <p:cNvGrpSpPr/>
            <p:nvPr/>
          </p:nvGrpSpPr>
          <p:grpSpPr>
            <a:xfrm>
              <a:off x="3695061" y="3627815"/>
              <a:ext cx="1080294" cy="2455333"/>
              <a:chOff x="3623734" y="1388533"/>
              <a:chExt cx="1303867" cy="1303867"/>
            </a:xfrm>
            <a:solidFill>
              <a:srgbClr val="BEB4B4"/>
            </a:solidFill>
          </p:grpSpPr>
          <p:sp>
            <p:nvSpPr>
              <p:cNvPr id="47" name="矩形 46"/>
              <p:cNvSpPr/>
              <p:nvPr/>
            </p:nvSpPr>
            <p:spPr>
              <a:xfrm>
                <a:off x="3623734" y="1388533"/>
                <a:ext cx="1303867" cy="1303867"/>
              </a:xfrm>
              <a:prstGeom prst="rect">
                <a:avLst/>
              </a:prstGeom>
              <a:grpFill/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" name="文本框 29"/>
              <p:cNvSpPr txBox="1"/>
              <p:nvPr/>
            </p:nvSpPr>
            <p:spPr>
              <a:xfrm>
                <a:off x="3937859" y="1642534"/>
                <a:ext cx="675616" cy="646587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R190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G180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B180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41" name="组 13"/>
            <p:cNvGrpSpPr/>
            <p:nvPr/>
          </p:nvGrpSpPr>
          <p:grpSpPr>
            <a:xfrm>
              <a:off x="4775355" y="3627815"/>
              <a:ext cx="1080294" cy="2455333"/>
              <a:chOff x="5249334" y="1388533"/>
              <a:chExt cx="1303867" cy="1303867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5249334" y="1388533"/>
                <a:ext cx="1303867" cy="1303867"/>
              </a:xfrm>
              <a:prstGeom prst="rect">
                <a:avLst/>
              </a:prstGeom>
              <a:solidFill>
                <a:srgbClr val="6E6464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" name="文本框 27"/>
              <p:cNvSpPr txBox="1"/>
              <p:nvPr/>
            </p:nvSpPr>
            <p:spPr>
              <a:xfrm>
                <a:off x="5563461" y="1642534"/>
                <a:ext cx="675616" cy="646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R110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G100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B100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  <p:grpSp>
          <p:nvGrpSpPr>
            <p:cNvPr id="42" name="组 14"/>
            <p:cNvGrpSpPr/>
            <p:nvPr/>
          </p:nvGrpSpPr>
          <p:grpSpPr>
            <a:xfrm>
              <a:off x="5855650" y="3627815"/>
              <a:ext cx="1080294" cy="2455333"/>
              <a:chOff x="6858001" y="1388533"/>
              <a:chExt cx="1303867" cy="1303867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6858001" y="1388533"/>
                <a:ext cx="1303867" cy="1303867"/>
              </a:xfrm>
              <a:prstGeom prst="rect">
                <a:avLst/>
              </a:prstGeom>
              <a:solidFill>
                <a:srgbClr val="414141"/>
              </a:solidFill>
              <a:ln>
                <a:noFill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文本框 25"/>
              <p:cNvSpPr txBox="1"/>
              <p:nvPr/>
            </p:nvSpPr>
            <p:spPr>
              <a:xfrm>
                <a:off x="7223397" y="1642534"/>
                <a:ext cx="573073" cy="6465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R65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G65</a:t>
                </a:r>
              </a:p>
              <a:p>
                <a:pPr algn="ctr"/>
                <a:r>
                  <a:rPr kumimoji="1" lang="en-US" altLang="zh-CN" sz="1200" b="1" dirty="0">
                    <a:solidFill>
                      <a:schemeClr val="bg1"/>
                    </a:solidFill>
                    <a:latin typeface="Arial Unicode MS" panose="020B0604020202020204" pitchFamily="34" charset="-122"/>
                    <a:ea typeface="Arial Unicode MS" panose="020B0604020202020204" pitchFamily="34" charset="-122"/>
                    <a:cs typeface="Arial Unicode MS" panose="020B0604020202020204" pitchFamily="34" charset="-122"/>
                  </a:rPr>
                  <a:t>B65</a:t>
                </a:r>
                <a:endParaRPr kumimoji="1" lang="zh-CN" altLang="en-US" sz="1200" b="1" dirty="0">
                  <a:solidFill>
                    <a:schemeClr val="bg1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endParaRPr>
              </a:p>
            </p:txBody>
          </p:sp>
        </p:grpSp>
      </p:grpSp>
      <p:sp>
        <p:nvSpPr>
          <p:cNvPr id="56" name="標題 12"/>
          <p:cNvSpPr txBox="1">
            <a:spLocks/>
          </p:cNvSpPr>
          <p:nvPr/>
        </p:nvSpPr>
        <p:spPr bwMode="auto">
          <a:xfrm>
            <a:off x="334434" y="3728163"/>
            <a:ext cx="1333632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9pPr>
          </a:lstStyle>
          <a:p>
            <a:r>
              <a:rPr lang="zh-CN" altLang="en-US" sz="180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主品牌色系</a:t>
            </a:r>
            <a:endParaRPr lang="zh-TW" altLang="en-US" sz="1800" dirty="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標題 12"/>
          <p:cNvSpPr txBox="1">
            <a:spLocks/>
          </p:cNvSpPr>
          <p:nvPr/>
        </p:nvSpPr>
        <p:spPr bwMode="auto">
          <a:xfrm>
            <a:off x="334434" y="5500902"/>
            <a:ext cx="1891874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9pPr>
          </a:lstStyle>
          <a:p>
            <a:r>
              <a:rPr lang="zh-CN" altLang="en-US" sz="180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子品牌辅助色系</a:t>
            </a:r>
            <a:endParaRPr lang="zh-TW" altLang="en-US" sz="1800" dirty="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54847111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16485" y="920466"/>
            <a:ext cx="8642349" cy="148154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文本内容，字体统一。中文字体为“微软雅黑”，英文字体为“</a:t>
            </a:r>
            <a:r>
              <a:rPr lang="en-US" altLang="zh-CN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Arial Unicode MS</a:t>
            </a:r>
            <a:r>
              <a:rPr lang="zh-CN" altLang="en-US" dirty="0"/>
              <a:t>”，均可从字体下拉框中选择。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不同层级内容字体应遵循模板规范，选择相应字号。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PPT</a:t>
            </a:r>
            <a:r>
              <a:rPr kumimoji="1" lang="zh-CN" altLang="en-US" dirty="0"/>
              <a:t>模版使用说明：字体应用</a:t>
            </a:r>
          </a:p>
        </p:txBody>
      </p:sp>
      <p:sp>
        <p:nvSpPr>
          <p:cNvPr id="4" name="文本框 2"/>
          <p:cNvSpPr txBox="1"/>
          <p:nvPr/>
        </p:nvSpPr>
        <p:spPr>
          <a:xfrm>
            <a:off x="416486" y="3762200"/>
            <a:ext cx="41028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6000" b="1" dirty="0">
                <a:solidFill>
                  <a:srgbClr val="414141"/>
                </a:solidFill>
                <a:latin typeface="微软雅黑"/>
                <a:ea typeface="微软雅黑"/>
                <a:cs typeface="微软雅黑"/>
              </a:rPr>
              <a:t>微软雅黑</a:t>
            </a:r>
            <a:endParaRPr kumimoji="1" lang="zh-CN" altLang="en-US" sz="6000" b="1" dirty="0">
              <a:solidFill>
                <a:srgbClr val="4141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3"/>
          <p:cNvSpPr txBox="1"/>
          <p:nvPr/>
        </p:nvSpPr>
        <p:spPr>
          <a:xfrm>
            <a:off x="4792251" y="3762199"/>
            <a:ext cx="172515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41414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Arial</a:t>
            </a:r>
            <a:endParaRPr kumimoji="1" lang="zh-CN" altLang="en-US" sz="6000" b="1" dirty="0">
              <a:solidFill>
                <a:srgbClr val="41414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標題 12"/>
          <p:cNvSpPr txBox="1">
            <a:spLocks/>
          </p:cNvSpPr>
          <p:nvPr/>
        </p:nvSpPr>
        <p:spPr bwMode="auto">
          <a:xfrm>
            <a:off x="416485" y="3204307"/>
            <a:ext cx="1333632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9pPr>
          </a:lstStyle>
          <a:p>
            <a:r>
              <a:rPr lang="zh-CN" altLang="en-US" sz="180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中文字体</a:t>
            </a:r>
            <a:endParaRPr lang="zh-TW" altLang="en-US" sz="1800" dirty="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標題 12"/>
          <p:cNvSpPr txBox="1">
            <a:spLocks/>
          </p:cNvSpPr>
          <p:nvPr/>
        </p:nvSpPr>
        <p:spPr bwMode="auto">
          <a:xfrm>
            <a:off x="4792251" y="3204306"/>
            <a:ext cx="1333632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Helvetica" charset="0"/>
                <a:ea typeface="新細明體" charset="0"/>
                <a:cs typeface="新細明體" charset="0"/>
              </a:defRPr>
            </a:lvl9pPr>
          </a:lstStyle>
          <a:p>
            <a:r>
              <a:rPr lang="zh-CN" altLang="en-US" sz="1800" dirty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英文字体</a:t>
            </a:r>
            <a:endParaRPr lang="zh-TW" altLang="en-US" sz="1800" dirty="0">
              <a:solidFill>
                <a:srgbClr val="59595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535927345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图表示范页</a:t>
            </a:r>
          </a:p>
        </p:txBody>
      </p:sp>
      <p:graphicFrame>
        <p:nvGraphicFramePr>
          <p:cNvPr id="5" name="图表 4" title="图表标题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4743728"/>
              </p:ext>
            </p:extLst>
          </p:nvPr>
        </p:nvGraphicFramePr>
        <p:xfrm>
          <a:off x="334434" y="1196456"/>
          <a:ext cx="3029258" cy="22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图表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3742276"/>
              </p:ext>
            </p:extLst>
          </p:nvPr>
        </p:nvGraphicFramePr>
        <p:xfrm>
          <a:off x="334434" y="3974378"/>
          <a:ext cx="3016155" cy="1989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7617728" y="4100666"/>
            <a:ext cx="2342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600" b="1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饼图绘制说明</a:t>
            </a:r>
            <a:endParaRPr kumimoji="1" lang="en-US" altLang="zh-CN" sz="1600" b="1" dirty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just">
              <a:buFont typeface="Arial"/>
              <a:buChar char="•"/>
            </a:pPr>
            <a:r>
              <a:rPr kumimoji="1" lang="zh-CN" altLang="en-US" sz="1600" b="1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饼图绘制过程中需注意深浅颜色相间隔</a:t>
            </a:r>
            <a:endParaRPr kumimoji="1" lang="en-US" altLang="zh-CN" sz="1600" b="1" dirty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just">
              <a:buFont typeface="Arial"/>
              <a:buChar char="•"/>
            </a:pPr>
            <a:r>
              <a:rPr kumimoji="1" lang="zh-CN" altLang="en-US" sz="1600" b="1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需要重点突出的内容应该选用红、蓝两色标示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65744" y="1589477"/>
            <a:ext cx="1508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1600" b="1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柱状绘制说明</a:t>
            </a:r>
            <a:endParaRPr kumimoji="1" lang="en-US" altLang="zh-CN" sz="1600" b="1" dirty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just">
              <a:buFont typeface="Arial"/>
              <a:buChar char="•"/>
            </a:pPr>
            <a:r>
              <a:rPr kumimoji="1" lang="zh-CN" altLang="en-US" sz="1600" b="1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文字字体微软雅黑</a:t>
            </a:r>
            <a:endParaRPr kumimoji="1" lang="en-US" altLang="zh-CN" sz="1600" b="1" dirty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>
            <a:pPr marL="285750" indent="-285750" algn="just">
              <a:buFont typeface="Arial"/>
              <a:buChar char="•"/>
            </a:pPr>
            <a:r>
              <a:rPr kumimoji="1" lang="zh-CN" altLang="en-US" sz="1600" b="1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删除网格线</a:t>
            </a:r>
            <a:endParaRPr kumimoji="1" lang="en-US" altLang="zh-CN" sz="1600" b="1" dirty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图表 15" title="图表标题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3022835"/>
              </p:ext>
            </p:extLst>
          </p:nvPr>
        </p:nvGraphicFramePr>
        <p:xfrm>
          <a:off x="3982632" y="1187356"/>
          <a:ext cx="3029258" cy="2201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图表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3992940"/>
              </p:ext>
            </p:extLst>
          </p:nvPr>
        </p:nvGraphicFramePr>
        <p:xfrm>
          <a:off x="3982633" y="3974378"/>
          <a:ext cx="3016155" cy="1989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82931492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逻辑推导页</a:t>
            </a:r>
            <a:endParaRPr kumimoji="1" lang="zh-CN" altLang="en-US" dirty="0"/>
          </a:p>
        </p:txBody>
      </p:sp>
      <p:grpSp>
        <p:nvGrpSpPr>
          <p:cNvPr id="2" name="组 1"/>
          <p:cNvGrpSpPr/>
          <p:nvPr/>
        </p:nvGrpSpPr>
        <p:grpSpPr>
          <a:xfrm>
            <a:off x="334435" y="1092676"/>
            <a:ext cx="11523132" cy="4947595"/>
            <a:chOff x="1882465" y="1092676"/>
            <a:chExt cx="8478267" cy="4947595"/>
          </a:xfrm>
        </p:grpSpPr>
        <p:sp>
          <p:nvSpPr>
            <p:cNvPr id="5" name="Rectangle 5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882465" y="1092676"/>
              <a:ext cx="3960000" cy="360363"/>
            </a:xfrm>
            <a:prstGeom prst="rect">
              <a:avLst/>
            </a:prstGeom>
            <a:solidFill>
              <a:srgbClr val="06397F"/>
            </a:solidFill>
            <a:ln>
              <a:solidFill>
                <a:srgbClr val="06397F"/>
              </a:solidFill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/>
                  <a:ea typeface="微软雅黑"/>
                  <a:cs typeface="微软雅黑"/>
                </a:rPr>
                <a:t>原因标题行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378222" y="1092676"/>
              <a:ext cx="3960000" cy="360363"/>
            </a:xfrm>
            <a:prstGeom prst="rect">
              <a:avLst/>
            </a:prstGeom>
            <a:solidFill>
              <a:srgbClr val="E60000"/>
            </a:solidFill>
            <a:ln>
              <a:solidFill>
                <a:srgbClr val="E60000"/>
              </a:solidFill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微软雅黑"/>
                  <a:ea typeface="微软雅黑"/>
                  <a:cs typeface="微软雅黑"/>
                </a:rPr>
                <a:t>结果标题行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1882465" y="1567048"/>
              <a:ext cx="108000" cy="4473223"/>
            </a:xfrm>
            <a:prstGeom prst="rect">
              <a:avLst/>
            </a:prstGeom>
            <a:solidFill>
              <a:srgbClr val="06397F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378222" y="1567048"/>
              <a:ext cx="108000" cy="4473223"/>
            </a:xfrm>
            <a:prstGeom prst="rect">
              <a:avLst/>
            </a:prstGeom>
            <a:solidFill>
              <a:srgbClr val="E60000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内容占位符 1"/>
            <p:cNvSpPr txBox="1">
              <a:spLocks/>
            </p:cNvSpPr>
            <p:nvPr/>
          </p:nvSpPr>
          <p:spPr>
            <a:xfrm>
              <a:off x="2012409" y="1580752"/>
              <a:ext cx="3830057" cy="4459519"/>
            </a:xfrm>
            <a:prstGeom prst="rect">
              <a:avLst/>
            </a:prstGeom>
          </p:spPr>
          <p:txBody>
            <a:bodyPr/>
            <a:lstStyle>
              <a:lvl1pPr marL="342900" indent="-342900" algn="l" defTabSz="457200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kumimoji="1" sz="3200" kern="1200">
                  <a:solidFill>
                    <a:schemeClr val="tx1"/>
                  </a:solidFill>
                  <a:latin typeface="+mn-lt"/>
                  <a:ea typeface="新細明體" charset="0"/>
                  <a:cs typeface="宋体" charset="0"/>
                </a:defRPr>
              </a:lvl1pPr>
              <a:lvl2pPr marL="742950" indent="-285750" algn="l" defTabSz="457200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kumimoji="1" sz="2800" kern="1200">
                  <a:solidFill>
                    <a:schemeClr val="tx1"/>
                  </a:solidFill>
                  <a:latin typeface="+mn-lt"/>
                  <a:ea typeface="+mn-ea"/>
                  <a:cs typeface="宋体" charset="0"/>
                </a:defRPr>
              </a:lvl2pPr>
              <a:lvl3pPr marL="1143000" indent="-228600" algn="l" defTabSz="457200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宋体" charset="0"/>
                </a:defRPr>
              </a:lvl3pPr>
              <a:lvl4pPr marL="1600200" indent="-228600" algn="l" defTabSz="457200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宋体" charset="0"/>
                </a:defRPr>
              </a:lvl4pPr>
              <a:lvl5pPr marL="2057400" indent="-228600" algn="l" defTabSz="457200" rtl="0" eaLnBrk="1" fontAlgn="base" hangingPunct="1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宋体" charset="0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800" dirty="0">
                  <a:solidFill>
                    <a:srgbClr val="06397F"/>
                  </a:solidFill>
                  <a:latin typeface="微软雅黑"/>
                  <a:ea typeface="微软雅黑"/>
                  <a:cs typeface="微软雅黑"/>
                </a:rPr>
                <a:t>原因</a:t>
              </a:r>
              <a:r>
                <a:rPr lang="en-US" altLang="zh-CN" sz="1800" dirty="0">
                  <a:solidFill>
                    <a:srgbClr val="06397F"/>
                  </a:solidFill>
                  <a:latin typeface="微软雅黑"/>
                  <a:ea typeface="微软雅黑"/>
                  <a:cs typeface="微软雅黑"/>
                </a:rPr>
                <a:t>A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/>
                  <a:ea typeface="微软雅黑"/>
                  <a:cs typeface="微软雅黑"/>
                </a:rPr>
                <a:t>原因分析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/>
                  <a:ea typeface="微软雅黑"/>
                  <a:cs typeface="微软雅黑"/>
                </a:rPr>
                <a:t>A1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/>
                  <a:ea typeface="微软雅黑"/>
                  <a:cs typeface="微软雅黑"/>
                </a:rPr>
                <a:t>原因分析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/>
                  <a:ea typeface="微软雅黑"/>
                  <a:cs typeface="微软雅黑"/>
                </a:rPr>
                <a:t>A2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/>
                  <a:ea typeface="微软雅黑"/>
                  <a:cs typeface="微软雅黑"/>
                </a:rPr>
                <a:t>原因分析</a:t>
              </a:r>
              <a:r>
                <a:rPr lang="en-US" altLang="zh-CN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/>
                  <a:ea typeface="微软雅黑"/>
                  <a:cs typeface="微软雅黑"/>
                </a:rPr>
                <a:t>A3</a:t>
              </a:r>
            </a:p>
            <a:p>
              <a:pPr marL="541338" indent="-269875">
                <a:buFont typeface="Arial"/>
                <a:buChar char="•"/>
              </a:pPr>
              <a:endParaRPr lang="en-US" altLang="zh-CN" sz="1800" dirty="0">
                <a:latin typeface="微软雅黑"/>
                <a:ea typeface="微软雅黑"/>
                <a:cs typeface="微软雅黑"/>
              </a:endParaRPr>
            </a:p>
            <a:p>
              <a:pPr marL="0" indent="0">
                <a:buNone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原因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B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原因分析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B1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原因分析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B2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原因分析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</a:rPr>
                <a:t>B3</a:t>
              </a:r>
            </a:p>
          </p:txBody>
        </p:sp>
        <p:sp>
          <p:nvSpPr>
            <p:cNvPr id="10" name="内容占位符 1"/>
            <p:cNvSpPr txBox="1">
              <a:spLocks/>
            </p:cNvSpPr>
            <p:nvPr/>
          </p:nvSpPr>
          <p:spPr>
            <a:xfrm>
              <a:off x="6530675" y="1567048"/>
              <a:ext cx="3830057" cy="4459519"/>
            </a:xfrm>
            <a:prstGeom prst="rect">
              <a:avLst/>
            </a:prstGeom>
          </p:spPr>
          <p:txBody>
            <a:bodyPr/>
            <a:lstStyle>
              <a:lvl1pPr marL="0" indent="0" algn="l" defTabSz="457200" rtl="0" eaLnBrk="1" fontAlgn="base" hangingPunct="1">
                <a:spcBef>
                  <a:spcPts val="388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Font typeface="Arial" charset="0"/>
                <a:buNone/>
                <a:defRPr kumimoji="1" sz="1600" b="0" kern="1200" baseline="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</a:defRPr>
              </a:lvl1pPr>
              <a:lvl2pPr marL="72000" indent="169200" algn="l" defTabSz="457200" rtl="0" eaLnBrk="1" fontAlgn="base" hangingPunct="1">
                <a:spcBef>
                  <a:spcPts val="70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charset="0"/>
                <a:buChar char="–"/>
                <a:defRPr kumimoji="1" sz="1600" b="0" kern="1200" baseline="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</a:defRPr>
              </a:lvl2pPr>
              <a:lvl3pPr marL="72000" indent="169200" algn="l" defTabSz="457200" rtl="0" eaLnBrk="1" fontAlgn="base" hangingPunct="1">
                <a:spcBef>
                  <a:spcPts val="70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charset="0"/>
                <a:buChar char="•"/>
                <a:defRPr kumimoji="1" sz="1600" b="0" kern="1200" baseline="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</a:defRPr>
              </a:lvl3pPr>
              <a:lvl4pPr marL="72000" indent="169200" algn="l" defTabSz="457200" rtl="0" eaLnBrk="1" fontAlgn="base" hangingPunct="1">
                <a:spcBef>
                  <a:spcPts val="70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charset="0"/>
                <a:buChar char="–"/>
                <a:defRPr kumimoji="1" sz="1600" b="0" kern="1200" baseline="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</a:defRPr>
              </a:lvl4pPr>
              <a:lvl5pPr marL="72000" indent="169200" algn="l" defTabSz="457200" rtl="0" eaLnBrk="1" fontAlgn="base" hangingPunct="1">
                <a:spcBef>
                  <a:spcPts val="700"/>
                </a:spcBef>
                <a:spcAft>
                  <a:spcPct val="0"/>
                </a:spcAft>
                <a:buClr>
                  <a:schemeClr val="tx1">
                    <a:lumMod val="75000"/>
                    <a:lumOff val="25000"/>
                  </a:schemeClr>
                </a:buClr>
                <a:buSzPct val="100000"/>
                <a:buFont typeface="Arial" charset="0"/>
                <a:buChar char="»"/>
                <a:defRPr kumimoji="1" sz="1600" b="0" kern="1200" baseline="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</a:defRPr>
              </a:lvl5pPr>
              <a:lvl6pPr marL="2628900" marR="0" indent="-342900" algn="l" defTabSz="457200" rtl="0" eaLnBrk="1" fontAlgn="auto" latinLnBrk="0" hangingPunct="1">
                <a:lnSpc>
                  <a:spcPct val="100000"/>
                </a:lnSpc>
                <a:spcBef>
                  <a:spcPts val="388"/>
                </a:spcBef>
                <a:spcAft>
                  <a:spcPts val="0"/>
                </a:spcAft>
                <a:buClr>
                  <a:schemeClr val="tx1">
                    <a:lumMod val="75000"/>
                    <a:lumOff val="25000"/>
                  </a:schemeClr>
                </a:buClr>
                <a:buSzTx/>
                <a:buFont typeface="Arial"/>
                <a:buChar char="•"/>
                <a:tabLst/>
                <a:defRPr sz="120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388"/>
                </a:spcBef>
                <a:buClr>
                  <a:schemeClr val="tx1">
                    <a:lumMod val="75000"/>
                    <a:lumOff val="25000"/>
                  </a:schemeClr>
                </a:buClr>
                <a:buFont typeface="Arial"/>
                <a:buChar char="•"/>
                <a:defRPr sz="120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086100" marR="0" indent="0" algn="l" defTabSz="457200" rtl="0" eaLnBrk="1" fontAlgn="auto" latinLnBrk="0" hangingPunct="1">
                <a:lnSpc>
                  <a:spcPct val="100000"/>
                </a:lnSpc>
                <a:spcBef>
                  <a:spcPts val="388"/>
                </a:spcBef>
                <a:spcAft>
                  <a:spcPts val="0"/>
                </a:spcAft>
                <a:buClr>
                  <a:schemeClr val="tx1">
                    <a:lumMod val="75000"/>
                    <a:lumOff val="25000"/>
                  </a:schemeClr>
                </a:buClr>
                <a:buSzTx/>
                <a:buFont typeface="Arial"/>
                <a:buNone/>
                <a:tabLst/>
                <a:defRPr sz="120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388"/>
                </a:spcBef>
                <a:buClr>
                  <a:schemeClr val="tx1">
                    <a:lumMod val="75000"/>
                    <a:lumOff val="25000"/>
                  </a:schemeClr>
                </a:buClr>
                <a:buFont typeface="Arial"/>
                <a:buChar char="•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800" dirty="0">
                  <a:solidFill>
                    <a:srgbClr val="E60000"/>
                  </a:solidFill>
                </a:rPr>
                <a:t>结果</a:t>
              </a:r>
              <a:r>
                <a:rPr lang="en-US" altLang="zh-CN" sz="1800" dirty="0">
                  <a:solidFill>
                    <a:srgbClr val="E60000"/>
                  </a:solidFill>
                </a:rPr>
                <a:t>A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</a:rPr>
                <a:t>结果阐释</a:t>
              </a:r>
              <a:r>
                <a:rPr lang="en-US" altLang="zh-CN" sz="1800" dirty="0">
                  <a:solidFill>
                    <a:srgbClr val="595959"/>
                  </a:solidFill>
                </a:rPr>
                <a:t>A1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</a:rPr>
                <a:t>结果阐释</a:t>
              </a:r>
              <a:r>
                <a:rPr lang="en-US" altLang="zh-CN" sz="1800" dirty="0">
                  <a:solidFill>
                    <a:srgbClr val="595959"/>
                  </a:solidFill>
                </a:rPr>
                <a:t>A2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</a:rPr>
                <a:t>结果阐释</a:t>
              </a:r>
              <a:r>
                <a:rPr lang="en-US" altLang="zh-CN" sz="1800" dirty="0">
                  <a:solidFill>
                    <a:srgbClr val="595959"/>
                  </a:solidFill>
                </a:rPr>
                <a:t>A3</a:t>
              </a:r>
            </a:p>
            <a:p>
              <a:pPr marL="541338" indent="-269875">
                <a:buFont typeface="Arial"/>
                <a:buChar char="•"/>
              </a:pPr>
              <a:endParaRPr lang="en-US" altLang="zh-CN" sz="1800" dirty="0"/>
            </a:p>
            <a:p>
              <a:r>
                <a:rPr lang="zh-CN" altLang="en-US" sz="1800" dirty="0">
                  <a:solidFill>
                    <a:srgbClr val="E60000"/>
                  </a:solidFill>
                </a:rPr>
                <a:t>结果</a:t>
              </a:r>
              <a:r>
                <a:rPr lang="en-US" altLang="zh-CN" sz="1800" dirty="0">
                  <a:solidFill>
                    <a:srgbClr val="E60000"/>
                  </a:solidFill>
                </a:rPr>
                <a:t>B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</a:rPr>
                <a:t>结果阐释</a:t>
              </a:r>
              <a:r>
                <a:rPr lang="en-US" altLang="zh-CN" sz="1800" dirty="0">
                  <a:solidFill>
                    <a:srgbClr val="595959"/>
                  </a:solidFill>
                </a:rPr>
                <a:t>B1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</a:rPr>
                <a:t>结果阐释</a:t>
              </a:r>
              <a:r>
                <a:rPr lang="en-US" altLang="zh-CN" sz="1800" dirty="0">
                  <a:solidFill>
                    <a:srgbClr val="595959"/>
                  </a:solidFill>
                </a:rPr>
                <a:t>B2</a:t>
              </a:r>
            </a:p>
            <a:p>
              <a:pPr marL="541338" indent="-269875">
                <a:buFont typeface="Arial"/>
                <a:buChar char="•"/>
              </a:pPr>
              <a:r>
                <a:rPr lang="zh-CN" altLang="en-US" sz="1800" dirty="0">
                  <a:solidFill>
                    <a:srgbClr val="595959"/>
                  </a:solidFill>
                </a:rPr>
                <a:t>结果阐释</a:t>
              </a:r>
              <a:r>
                <a:rPr lang="en-US" altLang="zh-CN" sz="1800" dirty="0">
                  <a:solidFill>
                    <a:srgbClr val="595959"/>
                  </a:solidFill>
                </a:rPr>
                <a:t>B3</a:t>
              </a: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5841230" y="1552528"/>
              <a:ext cx="395998" cy="1260000"/>
            </a:xfrm>
            <a:prstGeom prst="chevron">
              <a:avLst>
                <a:gd name="adj" fmla="val 63990"/>
              </a:avLst>
            </a:prstGeom>
            <a:solidFill>
              <a:srgbClr val="06397F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燕尾形 11"/>
            <p:cNvSpPr/>
            <p:nvPr/>
          </p:nvSpPr>
          <p:spPr>
            <a:xfrm>
              <a:off x="5841230" y="2974929"/>
              <a:ext cx="395998" cy="1260000"/>
            </a:xfrm>
            <a:prstGeom prst="chevron">
              <a:avLst>
                <a:gd name="adj" fmla="val 63990"/>
              </a:avLst>
            </a:prstGeom>
            <a:solidFill>
              <a:srgbClr val="06397F"/>
            </a:solidFill>
            <a:ln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7032388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结束语区域</a:t>
            </a:r>
          </a:p>
        </p:txBody>
      </p:sp>
    </p:spTree>
    <p:extLst>
      <p:ext uri="{BB962C8B-B14F-4D97-AF65-F5344CB8AC3E}">
        <p14:creationId xmlns:p14="http://schemas.microsoft.com/office/powerpoint/2010/main" val="2089779424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5e7b0xAnkiH7rrhIRme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5e7b0xAnkiH7rrhIRmeug"/>
</p:tagLst>
</file>

<file path=ppt/theme/theme1.xml><?xml version="1.0" encoding="utf-8"?>
<a:theme xmlns:a="http://schemas.openxmlformats.org/drawingml/2006/main" name="SPD_PPT">
  <a:themeElements>
    <a:clrScheme name="MT_Colors 1">
      <a:dk1>
        <a:srgbClr val="000000"/>
      </a:dk1>
      <a:lt1>
        <a:sysClr val="window" lastClr="FFFFFF"/>
      </a:lt1>
      <a:dk2>
        <a:srgbClr val="404040"/>
      </a:dk2>
      <a:lt2>
        <a:srgbClr val="6E6464"/>
      </a:lt2>
      <a:accent1>
        <a:srgbClr val="5AAA28"/>
      </a:accent1>
      <a:accent2>
        <a:srgbClr val="328200"/>
      </a:accent2>
      <a:accent3>
        <a:srgbClr val="002D50"/>
      </a:accent3>
      <a:accent4>
        <a:srgbClr val="0064A0"/>
      </a:accent4>
      <a:accent5>
        <a:srgbClr val="FF6400"/>
      </a:accent5>
      <a:accent6>
        <a:srgbClr val="5A145A"/>
      </a:accent6>
      <a:hlink>
        <a:srgbClr val="BEB4B4"/>
      </a:hlink>
      <a:folHlink>
        <a:srgbClr val="BEB4B4"/>
      </a:folHlink>
    </a:clrScheme>
    <a:fontScheme name="爆光">
      <a:majorFont>
        <a:latin typeface="Helvetica"/>
        <a:ea typeface=""/>
        <a:cs typeface=""/>
        <a:font script="Jpan" typeface="ＭＳ ゴシック"/>
        <a:font script="Hans" typeface="宋体"/>
        <a:font script="Hant" typeface="宋体"/>
      </a:majorFont>
      <a:minorFont>
        <a:latin typeface="Helvetica"/>
        <a:ea typeface=""/>
        <a:cs typeface=""/>
        <a:font script="Jpan" typeface="ＭＳ ゴシック"/>
        <a:font script="Hans" typeface="宋体"/>
        <a:font script="Hant" typeface="宋体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90000"/>
            <a:lumOff val="1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/>
        </a:defPPr>
      </a:lstStyle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spDef>
    <a:lnDef>
      <a:spPr>
        <a:ln w="12700" cmpd="sng">
          <a:solidFill>
            <a:schemeClr val="bg1">
              <a:lumMod val="50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kumimoji="1" sz="1600" b="1" i="0" dirty="0">
            <a:solidFill>
              <a:schemeClr val="tx1">
                <a:lumMod val="75000"/>
                <a:lumOff val="25000"/>
              </a:schemeClr>
            </a:solidFill>
            <a:ea typeface="宋体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SPD_PPT.thmx</Template>
  <TotalTime>1138</TotalTime>
  <Words>590</Words>
  <Application>Microsoft Office PowerPoint</Application>
  <PresentationFormat>宽屏</PresentationFormat>
  <Paragraphs>93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 Unicode MS</vt:lpstr>
      <vt:lpstr>STIXSizeTwoSym-Regular</vt:lpstr>
      <vt:lpstr>宋体</vt:lpstr>
      <vt:lpstr>微软雅黑</vt:lpstr>
      <vt:lpstr>Arial</vt:lpstr>
      <vt:lpstr>Calibri</vt:lpstr>
      <vt:lpstr>Helvetica</vt:lpstr>
      <vt:lpstr>SPD_PPT</vt:lpstr>
      <vt:lpstr>浦发银行 PPT模版及使用规范     部门名称 20XX年XX月   </vt:lpstr>
      <vt:lpstr>PPT模版使用说明：版式应用</vt:lpstr>
      <vt:lpstr>PPT模版使用说明：色彩应用</vt:lpstr>
      <vt:lpstr>PPT模版使用说明：字体应用</vt:lpstr>
      <vt:lpstr>图表示范页</vt:lpstr>
      <vt:lpstr>逻辑推导页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浦发银行PPT模板及使用规范</dc:title>
  <dc:creator>caijw</dc:creator>
  <cp:lastModifiedBy>捷 徐</cp:lastModifiedBy>
  <cp:revision>105</cp:revision>
  <cp:lastPrinted>2015-05-13T08:03:26Z</cp:lastPrinted>
  <dcterms:created xsi:type="dcterms:W3CDTF">2015-05-02T13:09:37Z</dcterms:created>
  <dcterms:modified xsi:type="dcterms:W3CDTF">2026-06-22T09:31:16Z</dcterms:modified>
</cp:coreProperties>
</file>